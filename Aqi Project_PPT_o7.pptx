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777240"/>
            <a:ext cx="2926080" cy="2926080"/>
          </a:xfrm>
          <a:prstGeom prst="ellipse">
            <a:avLst/>
          </a:prstGeom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274320"/>
            <a:ext cx="3931920" cy="3931920"/>
          </a:xfrm>
          <a:prstGeom prst="ellipse">
            <a:avLst/>
          </a:prstGeom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0" y="-228600"/>
            <a:ext cx="4937760" cy="4937760"/>
          </a:xfrm>
          <a:prstGeom prst="ellipse">
            <a:avLst/>
          </a:prstGeom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6583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AirWatch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66928" y="28803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Quality, Pollution &amp; Climate Analytics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3364992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Exploratory Data Analysis &amp; CPCB Air Quality Index (AQI) Dashboard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historical data (2024–2026)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6035040" cy="1234440"/>
          </a:xfrm>
          <a:prstGeom prst="roundRect">
            <a:avLst>
              <a:gd name="adj" fmla="val 7407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93792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Nasim Anwar (12400578)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Computer Science &amp; Engineering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96912" y="2427516"/>
            <a:ext cx="4425696" cy="2094407"/>
          </a:xfrm>
          <a:prstGeom prst="roundRect">
            <a:avLst>
              <a:gd name="adj" fmla="val 3929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pic>
        <p:nvPicPr>
          <p:cNvPr id="11" name="Image 0" descr="Screenshot_2026-07-22_0403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491524"/>
            <a:ext cx="4297680" cy="19663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6309360" cy="4160520"/>
          </a:xfrm>
          <a:prstGeom prst="roundRect">
            <a:avLst>
              <a:gd name="adj" fmla="val 2637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240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Air Quality Analysis?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365760" cy="36576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825496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is a growing public health and environmental concern across Indian cities, driven by vehicular emissions, industrial activity and shifting seasonal weather.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4050792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995928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 readings — PM2.5, PM10, NO2, SO2, CO, O3 — are publicly tracked by CPCB, but raw numbers are hard to interpret without proper tools for trend analysis, comparison and visualization.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5221224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5166360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citizens have no simple way to check what today's pollutant levels actually mean for local air quality.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14032" y="2510274"/>
            <a:ext cx="4608576" cy="2843292"/>
          </a:xfrm>
          <a:prstGeom prst="roundRect">
            <a:avLst>
              <a:gd name="adj" fmla="val 2894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pic>
        <p:nvPicPr>
          <p:cNvPr id="15" name="Image 0" descr="Screenshot_2026-07-22_0646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574282"/>
            <a:ext cx="4480560" cy="27152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AirWatch India  •  Nasim Anwar (12400578)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6400800" cy="4160520"/>
          </a:xfrm>
          <a:prstGeom prst="roundRect">
            <a:avLst>
              <a:gd name="adj" fmla="val 2637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240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AirWatch India?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AirWatch India is an interactive web-based dashboard built with Python, Streamlit and Plotly to evaluate air quality, pollution and climate patterns across four major Indian metro cities from 2024 to 2026.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429768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converts raw pollutant and weather readings into meaningful visual insights — AQI trends, pollutant distributions, weather correlations and category breakdowns — using interactive filters and a live CPCB AQI calculator.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05472" y="2830478"/>
            <a:ext cx="4562856" cy="2157164"/>
          </a:xfrm>
          <a:prstGeom prst="roundRect">
            <a:avLst>
              <a:gd name="adj" fmla="val 3815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pic>
        <p:nvPicPr>
          <p:cNvPr id="8" name="Image 0" descr="Screenshot_2026-07-22_0403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2894486"/>
            <a:ext cx="4434840" cy="20291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AirWatch India  •  Nasim Anwar (12400578)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11064240" cy="3749040"/>
          </a:xfrm>
          <a:prstGeom prst="roundRect">
            <a:avLst>
              <a:gd name="adj" fmla="val 3415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1630" y="251460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161163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383280"/>
            <a:ext cx="23088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AQI and key pollutants trend over time across Indian cities.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77690" y="2514600"/>
            <a:ext cx="640080" cy="64008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8" name="Text 6"/>
          <p:cNvSpPr/>
          <p:nvPr/>
        </p:nvSpPr>
        <p:spPr>
          <a:xfrm>
            <a:off x="437769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43300" y="3383280"/>
            <a:ext cx="23088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polluted cities and pinpoint pollutant hotspots.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314700" y="2514600"/>
            <a:ext cx="9144" cy="3108960"/>
          </a:xfrm>
          <a:prstGeom prst="rect">
            <a:avLst/>
          </a:prstGeom>
          <a:solidFill>
            <a:srgbClr val="22314D"/>
          </a:solidFill>
          <a:ln/>
        </p:spPr>
      </p:sp>
      <p:sp>
        <p:nvSpPr>
          <p:cNvPr id="11" name="Shape 9"/>
          <p:cNvSpPr/>
          <p:nvPr/>
        </p:nvSpPr>
        <p:spPr>
          <a:xfrm>
            <a:off x="7143750" y="251460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14375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3383280"/>
            <a:ext cx="23088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weather — wind speed, humidity, temperature — influences AQI.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80760" y="2514600"/>
            <a:ext cx="9144" cy="3108960"/>
          </a:xfrm>
          <a:prstGeom prst="rect">
            <a:avLst/>
          </a:prstGeom>
          <a:solidFill>
            <a:srgbClr val="22314D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9810" y="251460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990981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75420" y="3383280"/>
            <a:ext cx="23088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live, interactive CPCB-standard AQI calculator for anyone to use.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846820" y="2514600"/>
            <a:ext cx="9144" cy="3108960"/>
          </a:xfrm>
          <a:prstGeom prst="rect">
            <a:avLst/>
          </a:prstGeom>
          <a:solidFill>
            <a:srgbClr val="22314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AirWatch India  •  Nasim Anwar (12400578)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Air Quality &amp; Climate dataset covering 4 major Indian metro cities (2024 – 2026), styled on CPCB monitoring parameters.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Size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2,924 daily records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major metro cities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– Dec 2026 date range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164592" cy="16459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48097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0" y="4892040"/>
            <a:ext cx="164592" cy="16459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3" name="Text 11"/>
          <p:cNvSpPr/>
          <p:nvPr/>
        </p:nvSpPr>
        <p:spPr>
          <a:xfrm>
            <a:off x="2999232" y="48097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394960"/>
            <a:ext cx="164592" cy="164592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531266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0" y="5394960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2999232" y="531266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92040" y="196596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194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Used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20640" y="2560320"/>
            <a:ext cx="21945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City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PM2.5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PM10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NO2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SO2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O3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Temperature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Humidity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WindSpeed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Rainfall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AQI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AQI Category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62672" y="2145149"/>
            <a:ext cx="4014216" cy="3847863"/>
          </a:xfrm>
          <a:prstGeom prst="roundRect">
            <a:avLst>
              <a:gd name="adj" fmla="val 2139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pic>
        <p:nvPicPr>
          <p:cNvPr id="22" name="Image 0" descr="Screenshot_2026-07-22_0519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209157"/>
            <a:ext cx="3886200" cy="371984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AirWatch India  •  Nasim Anwar (12400578)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</a:t>
            </a:r>
            <a:pPr indent="0" marL="0">
              <a:buNone/>
            </a:pPr>
            <a:r>
              <a:rPr lang="en-US" sz="3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" y="1620508"/>
            <a:ext cx="2212848" cy="4394224"/>
          </a:xfrm>
          <a:prstGeom prst="roundRect">
            <a:avLst>
              <a:gd name="adj" fmla="val 3719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pic>
        <p:nvPicPr>
          <p:cNvPr id="5" name="Image 0" descr="Screenshot_2026-07-22_0443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5372"/>
            <a:ext cx="2103120" cy="4284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88920" y="1024128"/>
            <a:ext cx="8915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(KPIs) &amp; Visualizations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19509" y="1280160"/>
            <a:ext cx="4454223" cy="1143000"/>
          </a:xfrm>
          <a:prstGeom prst="roundRect">
            <a:avLst>
              <a:gd name="adj" fmla="val 7200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pic>
        <p:nvPicPr>
          <p:cNvPr id="8" name="Image 1" descr="Screenshot_2026-07-22_0508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229" y="1325880"/>
            <a:ext cx="4362783" cy="1051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13147" y="2468880"/>
            <a:ext cx="2431906" cy="2331720"/>
          </a:xfrm>
          <a:prstGeom prst="roundRect">
            <a:avLst>
              <a:gd name="adj" fmla="val 3529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pic>
        <p:nvPicPr>
          <p:cNvPr id="10" name="Image 2" descr="Screenshot_2026-07-22_05195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867" y="2514600"/>
            <a:ext cx="2340466" cy="2240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85909" y="2468880"/>
            <a:ext cx="1789903" cy="2331720"/>
          </a:xfrm>
          <a:prstGeom prst="roundRect">
            <a:avLst>
              <a:gd name="adj" fmla="val 4598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pic>
        <p:nvPicPr>
          <p:cNvPr id="12" name="Image 3" descr="Screenshot_2026-07-22_05275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629" y="2514600"/>
            <a:ext cx="1698463" cy="22402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046720" y="2740185"/>
            <a:ext cx="3703320" cy="1789110"/>
          </a:xfrm>
          <a:prstGeom prst="roundRect">
            <a:avLst>
              <a:gd name="adj" fmla="val 4600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pic>
        <p:nvPicPr>
          <p:cNvPr id="14" name="Image 4" descr="Screenshot_2026-07-22_05574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785905"/>
            <a:ext cx="3611880" cy="169767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3173320" y="4846320"/>
            <a:ext cx="1334321" cy="1508760"/>
          </a:xfrm>
          <a:prstGeom prst="roundRect">
            <a:avLst>
              <a:gd name="adj" fmla="val 6168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pic>
        <p:nvPicPr>
          <p:cNvPr id="16" name="Image 5" descr="Screenshot_2026-07-22_05513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9040" y="4892040"/>
            <a:ext cx="1242881" cy="141732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665758" y="4846320"/>
            <a:ext cx="2430203" cy="1508760"/>
          </a:xfrm>
          <a:prstGeom prst="roundRect">
            <a:avLst>
              <a:gd name="adj" fmla="val 5455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pic>
        <p:nvPicPr>
          <p:cNvPr id="18" name="Image 6" descr="Screenshot_2026-07-22_06462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1478" y="4892040"/>
            <a:ext cx="2338763" cy="141732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8869680" y="4892040"/>
            <a:ext cx="2834640" cy="1417320"/>
          </a:xfrm>
          <a:prstGeom prst="roundRect">
            <a:avLst>
              <a:gd name="adj" fmla="val 6452"/>
            </a:avLst>
          </a:prstGeom>
          <a:solidFill>
            <a:srgbClr val="121B2E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20" name="Text 11"/>
          <p:cNvSpPr/>
          <p:nvPr/>
        </p:nvSpPr>
        <p:spPr>
          <a:xfrm>
            <a:off x="9052560" y="495604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 EDA, correlations and a live CPCB AQI calculator round out the toolkit.</a:t>
            </a:r>
            <a:endParaRPr lang="en-US" sz="1050" dirty="0"/>
          </a:p>
        </p:txBody>
      </p:sp>
      <p:sp>
        <p:nvSpPr>
          <p:cNvPr id="21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AirWatch India  •  Nasim Anwar (12400578)</a:t>
            </a:r>
            <a:endParaRPr lang="en-US" sz="900" dirty="0"/>
          </a:p>
        </p:txBody>
      </p:sp>
      <p:sp>
        <p:nvSpPr>
          <p:cNvPr id="22" name="Text 13"/>
          <p:cNvSpPr/>
          <p:nvPr/>
        </p:nvSpPr>
        <p:spPr>
          <a:xfrm>
            <a:off x="1143000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1389888" y="5102352"/>
            <a:ext cx="502920" cy="886968"/>
          </a:xfrm>
          <a:prstGeom prst="roundRect">
            <a:avLst>
              <a:gd name="adj" fmla="val 9091"/>
            </a:avLst>
          </a:prstGeom>
          <a:solidFill>
            <a:srgbClr val="A3E635"/>
          </a:solidFill>
          <a:ln/>
        </p:spPr>
      </p:sp>
      <p:sp>
        <p:nvSpPr>
          <p:cNvPr id="4" name="Shape 2"/>
          <p:cNvSpPr/>
          <p:nvPr/>
        </p:nvSpPr>
        <p:spPr>
          <a:xfrm>
            <a:off x="2093976" y="4718304"/>
            <a:ext cx="502920" cy="1271016"/>
          </a:xfrm>
          <a:prstGeom prst="roundRect">
            <a:avLst>
              <a:gd name="adj" fmla="val 9091"/>
            </a:avLst>
          </a:prstGeom>
          <a:solidFill>
            <a:srgbClr val="FACC15"/>
          </a:solidFill>
          <a:ln/>
        </p:spPr>
      </p:sp>
      <p:sp>
        <p:nvSpPr>
          <p:cNvPr id="5" name="Shape 3"/>
          <p:cNvSpPr/>
          <p:nvPr/>
        </p:nvSpPr>
        <p:spPr>
          <a:xfrm>
            <a:off x="2798064" y="4334256"/>
            <a:ext cx="502920" cy="1655064"/>
          </a:xfrm>
          <a:prstGeom prst="roundRect">
            <a:avLst>
              <a:gd name="adj" fmla="val 9091"/>
            </a:avLst>
          </a:prstGeom>
          <a:solidFill>
            <a:srgbClr val="FB923C"/>
          </a:solidFill>
          <a:ln/>
        </p:spPr>
      </p:sp>
      <p:sp>
        <p:nvSpPr>
          <p:cNvPr id="6" name="Shape 4"/>
          <p:cNvSpPr/>
          <p:nvPr/>
        </p:nvSpPr>
        <p:spPr>
          <a:xfrm>
            <a:off x="3502152" y="3950208"/>
            <a:ext cx="502920" cy="2039112"/>
          </a:xfrm>
          <a:prstGeom prst="roundRect">
            <a:avLst>
              <a:gd name="adj" fmla="val 9091"/>
            </a:avLst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48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61848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transformed raw pollutant and weather data into meaningful, actionable insights.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reveals clear seasonal and city-wise pollution patterns across India.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53872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visualizations and a live AQI calculator make air quality exploration simple for anyone.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949440" y="3749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949440" y="4526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Python, Streamlit &amp; Plotly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50749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Nasim Anwar (12400578)</a:t>
            </a:r>
            <a:endParaRPr lang="en-US" sz="12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2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Computer Science &amp; Engineering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2026-07-22T18:23:09Z</dcterms:created>
  <dcterms:modified xsi:type="dcterms:W3CDTF">2026-07-22T18:23:09Z</dcterms:modified>
</cp:coreProperties>
</file>